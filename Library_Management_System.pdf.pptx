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71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B9AAA">
              <a:alpha val="20000"/>
            </a:srgbClr>
          </a:solidFill>
          <a:ln w="12700">
            <a:solidFill>
              <a:srgbClr val="1B9AA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1B9AAA">
              <a:alpha val="15000"/>
            </a:srgbClr>
          </a:solidFill>
          <a:ln w="12700">
            <a:solidFill>
              <a:srgbClr val="1B9AA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0" cy="36576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Project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• ER Modelling • SQL Implementation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1F6FC-9D7E-75FA-AB5F-9E19697A2E09}"/>
              </a:ext>
            </a:extLst>
          </p:cNvPr>
          <p:cNvSpPr txBox="1"/>
          <p:nvPr/>
        </p:nvSpPr>
        <p:spPr>
          <a:xfrm>
            <a:off x="548640" y="3881288"/>
            <a:ext cx="17248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- </a:t>
            </a:r>
            <a:r>
              <a:rPr lang="en-US" sz="1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Aman Raj</a:t>
            </a:r>
          </a:p>
          <a:p>
            <a:r>
              <a:rPr lang="en-US" sz="1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Ankit Kumar</a:t>
            </a:r>
          </a:p>
          <a:p>
            <a:r>
              <a:rPr lang="en-IN" sz="1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Anant Jain</a:t>
            </a:r>
          </a:p>
          <a:p>
            <a:r>
              <a:rPr lang="en-IN" sz="1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Raunak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73152" cy="1143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LMS?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Management System (LMS) is a software application that automates and manages library operations including book cataloging, issue/return tracking, and member management.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8412480" cy="1143000"/>
          </a:xfrm>
          <a:prstGeom prst="rect">
            <a:avLst/>
          </a:prstGeom>
          <a:solidFill>
            <a:srgbClr val="F0FAFB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73152" cy="1143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relational database system for a library that efficiently manages books, members (readers), staff, publishers, and transactions.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474720"/>
            <a:ext cx="73152" cy="1143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 using DBMS concepts including ER Diagrams, relational schema, normalization, SQL queries, and proper relationship mapping between entities.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ATTRIBUTES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ISBN, AuthNo, Title, Edition, Category, Price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74320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27432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777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234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Firstname, Lastname, Name, Email, Phone no, Address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777240"/>
            <a:ext cx="274320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777240"/>
            <a:ext cx="27432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777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1234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Staff_id, Name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23160"/>
            <a:ext cx="274320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23160"/>
            <a:ext cx="27432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8803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Publisher_id, Name, YearOfPublication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423160"/>
            <a:ext cx="274320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423160"/>
            <a:ext cx="27432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28803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Reg_no, User_id, Book_No, Issue/Return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2423160"/>
            <a:ext cx="274320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423160"/>
            <a:ext cx="274320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 System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28803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LoginID, Password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(ER) DIAGRAM</a:t>
            </a:r>
            <a:endParaRPr lang="en-US" sz="20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5999" y="925586"/>
            <a:ext cx="6723301" cy="38292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31520"/>
            <a:ext cx="2103120" cy="411480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" y="822960"/>
            <a:ext cx="1920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
</a:t>
            </a: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→ publishes → Books (1:N)
Staff → maintains → Books (N:N)
Staff → keeps track of → Readers (M:N)
Staff → manages → Reports (1:N)
Auth System → login → Staff (1:1)
Books → Reserve/Return → Readers (N:N)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CARDINALITY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7498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7498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7498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7498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133856"/>
            <a:ext cx="859536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338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113385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0" y="11338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0" y="113385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11338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79222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179222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179222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179222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17922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450592"/>
            <a:ext cx="859536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505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28800" y="24505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Track Of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24505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0" y="24505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24505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Reserve/Return Date, Due date, Return date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108960"/>
            <a:ext cx="8595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288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6616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20640" y="3108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3108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767328"/>
            <a:ext cx="859536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7673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 System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828800" y="3767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566160" y="37673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20640" y="376732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0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Add/update/delete books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ISBN, author, edition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price management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20624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420624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77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registration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contact &amp; address info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Issue/Return tracking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20624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88920"/>
            <a:ext cx="420624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Operations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authentication (Login)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issue &amp; return reports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reader activity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420624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88920"/>
            <a:ext cx="420624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registration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books to publishers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publication tracking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114800" cy="4114800"/>
          </a:xfrm>
          <a:prstGeom prst="ellipse">
            <a:avLst/>
          </a:prstGeom>
          <a:solidFill>
            <a:srgbClr val="1B9AAA">
              <a:alpha val="15000"/>
            </a:srgbClr>
          </a:solidFill>
          <a:ln w="12700">
            <a:solidFill>
              <a:srgbClr val="1B9AA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1B9AAA">
              <a:alpha val="15000"/>
            </a:srgbClr>
          </a:solidFill>
          <a:ln w="12700">
            <a:solidFill>
              <a:srgbClr val="1B9AA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4572000" cy="36576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 normalized relational database for a Library Management System.
</a:t>
            </a: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captures all key entities: Books, Readers, Staff, Publisher, Reports, and Auth System.
</a:t>
            </a: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 and cardinalities are clearly mapped with appropriate attributes.
</a:t>
            </a: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core library operations: book issue/return, member tracking, and staff login.
</a:t>
            </a: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DBMS project demonstrates real-world database design principles and SQL implementation.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485</Words>
  <Application>Microsoft Office PowerPoint</Application>
  <PresentationFormat>On-screen Show (16:9)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>PptxGenJS Presentation</dc:subject>
  <dc:creator>PptxGenJS</dc:creator>
  <cp:lastModifiedBy>Aman Raj</cp:lastModifiedBy>
  <cp:revision>3</cp:revision>
  <dcterms:created xsi:type="dcterms:W3CDTF">2026-03-23T09:42:54Z</dcterms:created>
  <dcterms:modified xsi:type="dcterms:W3CDTF">2026-03-23T10:13:01Z</dcterms:modified>
</cp:coreProperties>
</file>